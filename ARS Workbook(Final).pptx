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ARSWorkbookFinal/ARS2025DonorStoryboard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6F5ED3C-6A38-498D-AE65-640E2FC8381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ARS Workbook(Final)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EFDA627-28E0-442A-B677-1D275751501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6/11/2026 12:41:34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S 2025 Donor Storyboard1" id="2" name="slide2">
            <a:extLst>
              <a:ext uri="{FF2B5EF4-FFF2-40B4-BE49-F238E27FC236}">
                <a16:creationId xmlns:a16="http://schemas.microsoft.com/office/drawing/2014/main" id="{346F94C5-85C2-40FD-BFC3-C075721F86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5427"/>
            <a:ext cx="12192000" cy="528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S 2025 Donor Storyboard4" id="3" name="slide3">
            <a:extLst>
              <a:ext uri="{FF2B5EF4-FFF2-40B4-BE49-F238E27FC236}">
                <a16:creationId xmlns:a16="http://schemas.microsoft.com/office/drawing/2014/main" id="{E04D414C-9C17-417C-8AD3-6D42738409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5427"/>
            <a:ext cx="12192000" cy="528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S 2025 Donor Storyboard5" id="4" name="slide4">
            <a:extLst>
              <a:ext uri="{FF2B5EF4-FFF2-40B4-BE49-F238E27FC236}">
                <a16:creationId xmlns:a16="http://schemas.microsoft.com/office/drawing/2014/main" id="{B4884805-DD8E-4722-A664-57A1ED981E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5427"/>
            <a:ext cx="12192000" cy="528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S 2025 Donor Storyboard2" id="5" name="slide5">
            <a:extLst>
              <a:ext uri="{FF2B5EF4-FFF2-40B4-BE49-F238E27FC236}">
                <a16:creationId xmlns:a16="http://schemas.microsoft.com/office/drawing/2014/main" id="{FB9632BB-42D7-4584-9381-2A5CC96C8F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5427"/>
            <a:ext cx="12192000" cy="528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S 2025 Donor Storyboard3" id="6" name="slide6">
            <a:extLst>
              <a:ext uri="{FF2B5EF4-FFF2-40B4-BE49-F238E27FC236}">
                <a16:creationId xmlns:a16="http://schemas.microsoft.com/office/drawing/2014/main" id="{F546034B-7E7E-428A-8F23-A3889A5E63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5427"/>
            <a:ext cx="12192000" cy="528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2026-06-11T00:41:36Z</dcterms:created>
  <dcterms:modified xsi:type="dcterms:W3CDTF">2026-06-11T00:41:36Z</dcterms:modified>
</cp:coreProperties>
</file>